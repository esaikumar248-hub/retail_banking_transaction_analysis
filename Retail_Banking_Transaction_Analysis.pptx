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4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44D247-5148-4774-B0D3-A2C30013B5FF}" v="75" dt="2026-09-08T05:32:23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 Eraganeni" userId="b2235d6e4b163f0a" providerId="LiveId" clId="{226DF6AE-08BF-44B0-B2F6-0F64D3EBC02C}"/>
    <pc:docChg chg="undo redo custSel addSld delSld modSld">
      <pc:chgData name="Sravanthi Eraganeni" userId="b2235d6e4b163f0a" providerId="LiveId" clId="{226DF6AE-08BF-44B0-B2F6-0F64D3EBC02C}" dt="2026-09-08T05:32:42.285" v="793" actId="207"/>
      <pc:docMkLst>
        <pc:docMk/>
      </pc:docMkLst>
      <pc:sldChg chg="delSp modSp mod">
        <pc:chgData name="Sravanthi Eraganeni" userId="b2235d6e4b163f0a" providerId="LiveId" clId="{226DF6AE-08BF-44B0-B2F6-0F64D3EBC02C}" dt="2026-09-08T05:30:46.619" v="787" actId="21"/>
        <pc:sldMkLst>
          <pc:docMk/>
          <pc:sldMk cId="0" sldId="256"/>
        </pc:sldMkLst>
        <pc:spChg chg="del mod">
          <ac:chgData name="Sravanthi Eraganeni" userId="b2235d6e4b163f0a" providerId="LiveId" clId="{226DF6AE-08BF-44B0-B2F6-0F64D3EBC02C}" dt="2026-09-08T05:30:46.619" v="787" actId="21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Sravanthi Eraganeni" userId="b2235d6e4b163f0a" providerId="LiveId" clId="{226DF6AE-08BF-44B0-B2F6-0F64D3EBC02C}" dt="2026-09-08T05:32:42.285" v="793" actId="207"/>
        <pc:sldMkLst>
          <pc:docMk/>
          <pc:sldMk cId="0" sldId="257"/>
        </pc:sldMkLst>
        <pc:spChg chg="mod">
          <ac:chgData name="Sravanthi Eraganeni" userId="b2235d6e4b163f0a" providerId="LiveId" clId="{226DF6AE-08BF-44B0-B2F6-0F64D3EBC02C}" dt="2026-09-08T05:32:42.285" v="793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8T05:32:23.772" v="79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8T05:32:31.323" v="791" actId="207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Sravanthi Eraganeni" userId="b2235d6e4b163f0a" providerId="LiveId" clId="{226DF6AE-08BF-44B0-B2F6-0F64D3EBC02C}" dt="2026-09-07T18:07:40.073" v="53" actId="2711"/>
        <pc:sldMkLst>
          <pc:docMk/>
          <pc:sldMk cId="0" sldId="261"/>
        </pc:sldMkLst>
        <pc:spChg chg="mod">
          <ac:chgData name="Sravanthi Eraganeni" userId="b2235d6e4b163f0a" providerId="LiveId" clId="{226DF6AE-08BF-44B0-B2F6-0F64D3EBC02C}" dt="2026-09-07T18:03:16.484" v="6" actId="113"/>
          <ac:spMkLst>
            <pc:docMk/>
            <pc:sldMk cId="0" sldId="261"/>
            <ac:spMk id="7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3:39.480" v="8"/>
          <ac:spMkLst>
            <pc:docMk/>
            <pc:sldMk cId="0" sldId="261"/>
            <ac:spMk id="8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4:15.299" v="14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4:30.968" v="16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5:43.861" v="35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5:17.057" v="25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6:00.498" v="42" actId="11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6:14.957" v="44" actId="271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7:21.568" v="51" actId="11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07:40.073" v="53" actId="2711"/>
          <ac:spMkLst>
            <pc:docMk/>
            <pc:sldMk cId="0" sldId="261"/>
            <ac:spMk id="28" creationId="{00000000-0000-0000-0000-000000000000}"/>
          </ac:spMkLst>
        </pc:spChg>
      </pc:sldChg>
      <pc:sldChg chg="delSp modSp mod">
        <pc:chgData name="Sravanthi Eraganeni" userId="b2235d6e4b163f0a" providerId="LiveId" clId="{226DF6AE-08BF-44B0-B2F6-0F64D3EBC02C}" dt="2026-09-07T18:28:38.173" v="188" actId="20577"/>
        <pc:sldMkLst>
          <pc:docMk/>
          <pc:sldMk cId="0" sldId="262"/>
        </pc:sldMkLst>
        <pc:spChg chg="mod">
          <ac:chgData name="Sravanthi Eraganeni" userId="b2235d6e4b163f0a" providerId="LiveId" clId="{226DF6AE-08BF-44B0-B2F6-0F64D3EBC02C}" dt="2026-09-07T18:28:38.173" v="188" actId="20577"/>
          <ac:spMkLst>
            <pc:docMk/>
            <pc:sldMk cId="0" sldId="262"/>
            <ac:spMk id="2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09:50.823" v="63" actId="21"/>
          <ac:spMkLst>
            <pc:docMk/>
            <pc:sldMk cId="0" sldId="262"/>
            <ac:spMk id="4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14:04.474" v="90" actId="1076"/>
          <ac:spMkLst>
            <pc:docMk/>
            <pc:sldMk cId="0" sldId="262"/>
            <ac:spMk id="5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08:43.135" v="56" actId="21"/>
          <ac:spMkLst>
            <pc:docMk/>
            <pc:sldMk cId="0" sldId="262"/>
            <ac:spMk id="6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13:19.874" v="86" actId="20577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Sravanthi Eraganeni" userId="b2235d6e4b163f0a" providerId="LiveId" clId="{226DF6AE-08BF-44B0-B2F6-0F64D3EBC02C}" dt="2026-09-07T18:10:31.623" v="68" actId="21"/>
          <ac:spMkLst>
            <pc:docMk/>
            <pc:sldMk cId="0" sldId="262"/>
            <ac:spMk id="9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09:54.028" v="64" actId="21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Sravanthi Eraganeni" userId="b2235d6e4b163f0a" providerId="LiveId" clId="{226DF6AE-08BF-44B0-B2F6-0F64D3EBC02C}" dt="2026-09-07T18:10:47.983" v="70" actId="21"/>
          <ac:spMkLst>
            <pc:docMk/>
            <pc:sldMk cId="0" sldId="262"/>
            <ac:spMk id="11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10:01.814" v="66" actId="21"/>
          <ac:spMkLst>
            <pc:docMk/>
            <pc:sldMk cId="0" sldId="262"/>
            <ac:spMk id="12" creationId="{00000000-0000-0000-0000-000000000000}"/>
          </ac:spMkLst>
        </pc:spChg>
        <pc:spChg chg="del mod">
          <ac:chgData name="Sravanthi Eraganeni" userId="b2235d6e4b163f0a" providerId="LiveId" clId="{226DF6AE-08BF-44B0-B2F6-0F64D3EBC02C}" dt="2026-09-07T18:10:38.811" v="69" actId="21"/>
          <ac:spMkLst>
            <pc:docMk/>
            <pc:sldMk cId="0" sldId="262"/>
            <ac:spMk id="13" creationId="{00000000-0000-0000-0000-000000000000}"/>
          </ac:spMkLst>
        </pc:spChg>
        <pc:graphicFrameChg chg="mod modGraphic">
          <ac:chgData name="Sravanthi Eraganeni" userId="b2235d6e4b163f0a" providerId="LiveId" clId="{226DF6AE-08BF-44B0-B2F6-0F64D3EBC02C}" dt="2026-09-07T18:11:10.535" v="72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addSp modSp mod">
        <pc:chgData name="Sravanthi Eraganeni" userId="b2235d6e4b163f0a" providerId="LiveId" clId="{226DF6AE-08BF-44B0-B2F6-0F64D3EBC02C}" dt="2026-09-07T18:20:00.956" v="119" actId="1076"/>
        <pc:sldMkLst>
          <pc:docMk/>
          <pc:sldMk cId="0" sldId="263"/>
        </pc:sldMkLst>
        <pc:spChg chg="mod">
          <ac:chgData name="Sravanthi Eraganeni" userId="b2235d6e4b163f0a" providerId="LiveId" clId="{226DF6AE-08BF-44B0-B2F6-0F64D3EBC02C}" dt="2026-09-07T18:14:08.665" v="92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15:27.618" v="96" actId="25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20:00.956" v="119" actId="1076"/>
          <ac:spMkLst>
            <pc:docMk/>
            <pc:sldMk cId="0" sldId="263"/>
            <ac:spMk id="31" creationId="{00000000-0000-0000-0000-000000000000}"/>
          </ac:spMkLst>
        </pc:spChg>
        <pc:spChg chg="add mod">
          <ac:chgData name="Sravanthi Eraganeni" userId="b2235d6e4b163f0a" providerId="LiveId" clId="{226DF6AE-08BF-44B0-B2F6-0F64D3EBC02C}" dt="2026-09-07T18:19:28.292" v="116" actId="1076"/>
          <ac:spMkLst>
            <pc:docMk/>
            <pc:sldMk cId="0" sldId="263"/>
            <ac:spMk id="34" creationId="{DE85CE58-63E5-02BF-7780-1C611DA6BE4D}"/>
          </ac:spMkLst>
        </pc:spChg>
      </pc:sldChg>
      <pc:sldChg chg="addSp delSp modSp mod">
        <pc:chgData name="Sravanthi Eraganeni" userId="b2235d6e4b163f0a" providerId="LiveId" clId="{226DF6AE-08BF-44B0-B2F6-0F64D3EBC02C}" dt="2026-09-07T18:37:08.488" v="235" actId="14100"/>
        <pc:sldMkLst>
          <pc:docMk/>
          <pc:sldMk cId="0" sldId="264"/>
        </pc:sldMkLst>
        <pc:spChg chg="mod">
          <ac:chgData name="Sravanthi Eraganeni" userId="b2235d6e4b163f0a" providerId="LiveId" clId="{226DF6AE-08BF-44B0-B2F6-0F64D3EBC02C}" dt="2026-09-07T18:37:04.167" v="234" actId="1076"/>
          <ac:spMkLst>
            <pc:docMk/>
            <pc:sldMk cId="0" sldId="264"/>
            <ac:spMk id="2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25:24.862" v="166" actId="21"/>
          <ac:spMkLst>
            <pc:docMk/>
            <pc:sldMk cId="0" sldId="264"/>
            <ac:spMk id="3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23:14.016" v="128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37:08.488" v="235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27:54.303" v="186" actId="5793"/>
          <ac:spMkLst>
            <pc:docMk/>
            <pc:sldMk cId="0" sldId="264"/>
            <ac:spMk id="6" creationId="{00000000-0000-0000-0000-000000000000}"/>
          </ac:spMkLst>
        </pc:spChg>
        <pc:spChg chg="add del">
          <ac:chgData name="Sravanthi Eraganeni" userId="b2235d6e4b163f0a" providerId="LiveId" clId="{226DF6AE-08BF-44B0-B2F6-0F64D3EBC02C}" dt="2026-09-07T18:25:30.421" v="168" actId="22"/>
          <ac:spMkLst>
            <pc:docMk/>
            <pc:sldMk cId="0" sldId="264"/>
            <ac:spMk id="10" creationId="{5D38E01D-3252-1556-C257-669FE36A5306}"/>
          </ac:spMkLst>
        </pc:spChg>
        <pc:spChg chg="add del">
          <ac:chgData name="Sravanthi Eraganeni" userId="b2235d6e4b163f0a" providerId="LiveId" clId="{226DF6AE-08BF-44B0-B2F6-0F64D3EBC02C}" dt="2026-09-07T18:25:35.686" v="170" actId="22"/>
          <ac:spMkLst>
            <pc:docMk/>
            <pc:sldMk cId="0" sldId="264"/>
            <ac:spMk id="12" creationId="{061219E3-2927-5041-6837-D7835F1CB603}"/>
          </ac:spMkLst>
        </pc:spChg>
      </pc:sldChg>
      <pc:sldChg chg="addSp delSp modSp mod">
        <pc:chgData name="Sravanthi Eraganeni" userId="b2235d6e4b163f0a" providerId="LiveId" clId="{226DF6AE-08BF-44B0-B2F6-0F64D3EBC02C}" dt="2026-09-07T18:43:20.260" v="281" actId="12"/>
        <pc:sldMkLst>
          <pc:docMk/>
          <pc:sldMk cId="0" sldId="265"/>
        </pc:sldMkLst>
        <pc:spChg chg="mod">
          <ac:chgData name="Sravanthi Eraganeni" userId="b2235d6e4b163f0a" providerId="LiveId" clId="{226DF6AE-08BF-44B0-B2F6-0F64D3EBC02C}" dt="2026-09-07T18:37:19.531" v="236" actId="255"/>
          <ac:spMkLst>
            <pc:docMk/>
            <pc:sldMk cId="0" sldId="265"/>
            <ac:spMk id="3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29:31.906" v="189" actId="21"/>
          <ac:spMkLst>
            <pc:docMk/>
            <pc:sldMk cId="0" sldId="265"/>
            <ac:spMk id="5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29:47.407" v="192" actId="21"/>
          <ac:spMkLst>
            <pc:docMk/>
            <pc:sldMk cId="0" sldId="265"/>
            <ac:spMk id="6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29:35.792" v="190" actId="21"/>
          <ac:spMkLst>
            <pc:docMk/>
            <pc:sldMk cId="0" sldId="265"/>
            <ac:spMk id="7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29:52.681" v="193" actId="21"/>
          <ac:spMkLst>
            <pc:docMk/>
            <pc:sldMk cId="0" sldId="265"/>
            <ac:spMk id="8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29:39.344" v="191" actId="21"/>
          <ac:spMkLst>
            <pc:docMk/>
            <pc:sldMk cId="0" sldId="265"/>
            <ac:spMk id="9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33:32.174" v="221" actId="14100"/>
          <ac:spMkLst>
            <pc:docMk/>
            <pc:sldMk cId="0" sldId="265"/>
            <ac:spMk id="10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32:12.373" v="214" actId="21"/>
          <ac:spMkLst>
            <pc:docMk/>
            <pc:sldMk cId="0" sldId="265"/>
            <ac:spMk id="11" creationId="{00000000-0000-0000-0000-000000000000}"/>
          </ac:spMkLst>
        </pc:spChg>
        <pc:spChg chg="add del">
          <ac:chgData name="Sravanthi Eraganeni" userId="b2235d6e4b163f0a" providerId="LiveId" clId="{226DF6AE-08BF-44B0-B2F6-0F64D3EBC02C}" dt="2026-09-07T18:30:43.919" v="205" actId="22"/>
          <ac:spMkLst>
            <pc:docMk/>
            <pc:sldMk cId="0" sldId="265"/>
            <ac:spMk id="16" creationId="{E83AD94D-EA4D-AA71-8B85-F834F6805F6C}"/>
          </ac:spMkLst>
        </pc:spChg>
        <pc:spChg chg="add mod">
          <ac:chgData name="Sravanthi Eraganeni" userId="b2235d6e4b163f0a" providerId="LiveId" clId="{226DF6AE-08BF-44B0-B2F6-0F64D3EBC02C}" dt="2026-09-07T18:43:20.260" v="281" actId="12"/>
          <ac:spMkLst>
            <pc:docMk/>
            <pc:sldMk cId="0" sldId="265"/>
            <ac:spMk id="17" creationId="{7D473216-CDB4-F3AA-15EC-7D4415BE95BB}"/>
          </ac:spMkLst>
        </pc:spChg>
        <pc:picChg chg="mod">
          <ac:chgData name="Sravanthi Eraganeni" userId="b2235d6e4b163f0a" providerId="LiveId" clId="{226DF6AE-08BF-44B0-B2F6-0F64D3EBC02C}" dt="2026-09-07T18:32:41.648" v="219" actId="1076"/>
          <ac:picMkLst>
            <pc:docMk/>
            <pc:sldMk cId="0" sldId="265"/>
            <ac:picMk id="12" creationId="{00000000-0000-0000-0000-000000000000}"/>
          </ac:picMkLst>
        </pc:picChg>
      </pc:sldChg>
      <pc:sldChg chg="addSp delSp modSp mod">
        <pc:chgData name="Sravanthi Eraganeni" userId="b2235d6e4b163f0a" providerId="LiveId" clId="{226DF6AE-08BF-44B0-B2F6-0F64D3EBC02C}" dt="2026-09-07T18:43:27.645" v="282" actId="12"/>
        <pc:sldMkLst>
          <pc:docMk/>
          <pc:sldMk cId="0" sldId="266"/>
        </pc:sldMkLst>
        <pc:spChg chg="del">
          <ac:chgData name="Sravanthi Eraganeni" userId="b2235d6e4b163f0a" providerId="LiveId" clId="{226DF6AE-08BF-44B0-B2F6-0F64D3EBC02C}" dt="2026-09-07T18:38:43.460" v="244" actId="21"/>
          <ac:spMkLst>
            <pc:docMk/>
            <pc:sldMk cId="0" sldId="266"/>
            <ac:spMk id="5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38:30.582" v="242" actId="21"/>
          <ac:spMkLst>
            <pc:docMk/>
            <pc:sldMk cId="0" sldId="266"/>
            <ac:spMk id="6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38:46.479" v="245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38:34.825" v="243" actId="21"/>
          <ac:spMkLst>
            <pc:docMk/>
            <pc:sldMk cId="0" sldId="266"/>
            <ac:spMk id="8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38:55.207" v="247" actId="21"/>
          <ac:spMkLst>
            <pc:docMk/>
            <pc:sldMk cId="0" sldId="266"/>
            <ac:spMk id="9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42:06.355" v="273" actId="14100"/>
          <ac:spMkLst>
            <pc:docMk/>
            <pc:sldMk cId="0" sldId="266"/>
            <ac:spMk id="10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37:42.762" v="240" actId="21"/>
          <ac:spMkLst>
            <pc:docMk/>
            <pc:sldMk cId="0" sldId="266"/>
            <ac:spMk id="11" creationId="{00000000-0000-0000-0000-000000000000}"/>
          </ac:spMkLst>
        </pc:spChg>
        <pc:spChg chg="add mod">
          <ac:chgData name="Sravanthi Eraganeni" userId="b2235d6e4b163f0a" providerId="LiveId" clId="{226DF6AE-08BF-44B0-B2F6-0F64D3EBC02C}" dt="2026-09-07T18:43:27.645" v="282" actId="12"/>
          <ac:spMkLst>
            <pc:docMk/>
            <pc:sldMk cId="0" sldId="266"/>
            <ac:spMk id="15" creationId="{C2EC74F1-F67B-307C-1F81-39F6A4448A34}"/>
          </ac:spMkLst>
        </pc:spChg>
        <pc:picChg chg="add del mod">
          <ac:chgData name="Sravanthi Eraganeni" userId="b2235d6e4b163f0a" providerId="LiveId" clId="{226DF6AE-08BF-44B0-B2F6-0F64D3EBC02C}" dt="2026-09-07T18:42:00.475" v="272" actId="1076"/>
          <ac:picMkLst>
            <pc:docMk/>
            <pc:sldMk cId="0" sldId="266"/>
            <ac:picMk id="12" creationId="{00000000-0000-0000-0000-000000000000}"/>
          </ac:picMkLst>
        </pc:picChg>
      </pc:sldChg>
      <pc:sldChg chg="addSp delSp modSp mod">
        <pc:chgData name="Sravanthi Eraganeni" userId="b2235d6e4b163f0a" providerId="LiveId" clId="{226DF6AE-08BF-44B0-B2F6-0F64D3EBC02C}" dt="2026-09-07T18:51:46.794" v="387" actId="1076"/>
        <pc:sldMkLst>
          <pc:docMk/>
          <pc:sldMk cId="0" sldId="267"/>
        </pc:sldMkLst>
        <pc:spChg chg="del">
          <ac:chgData name="Sravanthi Eraganeni" userId="b2235d6e4b163f0a" providerId="LiveId" clId="{226DF6AE-08BF-44B0-B2F6-0F64D3EBC02C}" dt="2026-09-07T18:43:53.491" v="283" actId="21"/>
          <ac:spMkLst>
            <pc:docMk/>
            <pc:sldMk cId="0" sldId="267"/>
            <ac:spMk id="5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44:06.028" v="286" actId="21"/>
          <ac:spMkLst>
            <pc:docMk/>
            <pc:sldMk cId="0" sldId="267"/>
            <ac:spMk id="6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43:56.444" v="284" actId="21"/>
          <ac:spMkLst>
            <pc:docMk/>
            <pc:sldMk cId="0" sldId="267"/>
            <ac:spMk id="7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44:10.875" v="287" actId="21"/>
          <ac:spMkLst>
            <pc:docMk/>
            <pc:sldMk cId="0" sldId="267"/>
            <ac:spMk id="8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44:00.931" v="285" actId="21"/>
          <ac:spMkLst>
            <pc:docMk/>
            <pc:sldMk cId="0" sldId="267"/>
            <ac:spMk id="9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50:38.324" v="377" actId="2710"/>
          <ac:spMkLst>
            <pc:docMk/>
            <pc:sldMk cId="0" sldId="267"/>
            <ac:spMk id="10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44:27.372" v="291" actId="21"/>
          <ac:spMkLst>
            <pc:docMk/>
            <pc:sldMk cId="0" sldId="267"/>
            <ac:spMk id="11" creationId="{00000000-0000-0000-0000-000000000000}"/>
          </ac:spMkLst>
        </pc:spChg>
        <pc:spChg chg="add mod">
          <ac:chgData name="Sravanthi Eraganeni" userId="b2235d6e4b163f0a" providerId="LiveId" clId="{226DF6AE-08BF-44B0-B2F6-0F64D3EBC02C}" dt="2026-09-07T18:51:41.492" v="386" actId="1076"/>
          <ac:spMkLst>
            <pc:docMk/>
            <pc:sldMk cId="0" sldId="267"/>
            <ac:spMk id="15" creationId="{C4AD8042-7FA1-4792-78E6-2434C102A704}"/>
          </ac:spMkLst>
        </pc:spChg>
        <pc:picChg chg="mod">
          <ac:chgData name="Sravanthi Eraganeni" userId="b2235d6e4b163f0a" providerId="LiveId" clId="{226DF6AE-08BF-44B0-B2F6-0F64D3EBC02C}" dt="2026-09-07T18:51:46.794" v="387" actId="1076"/>
          <ac:picMkLst>
            <pc:docMk/>
            <pc:sldMk cId="0" sldId="267"/>
            <ac:picMk id="12" creationId="{00000000-0000-0000-0000-000000000000}"/>
          </ac:picMkLst>
        </pc:picChg>
      </pc:sldChg>
      <pc:sldChg chg="addSp delSp modSp mod">
        <pc:chgData name="Sravanthi Eraganeni" userId="b2235d6e4b163f0a" providerId="LiveId" clId="{226DF6AE-08BF-44B0-B2F6-0F64D3EBC02C}" dt="2026-09-07T18:57:57.215" v="420" actId="1076"/>
        <pc:sldMkLst>
          <pc:docMk/>
          <pc:sldMk cId="0" sldId="268"/>
        </pc:sldMkLst>
        <pc:spChg chg="del">
          <ac:chgData name="Sravanthi Eraganeni" userId="b2235d6e4b163f0a" providerId="LiveId" clId="{226DF6AE-08BF-44B0-B2F6-0F64D3EBC02C}" dt="2026-09-07T18:52:27.701" v="393" actId="21"/>
          <ac:spMkLst>
            <pc:docMk/>
            <pc:sldMk cId="0" sldId="268"/>
            <ac:spMk id="5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2:43.720" v="396" actId="21"/>
          <ac:spMkLst>
            <pc:docMk/>
            <pc:sldMk cId="0" sldId="268"/>
            <ac:spMk id="6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2:30.960" v="394" actId="21"/>
          <ac:spMkLst>
            <pc:docMk/>
            <pc:sldMk cId="0" sldId="268"/>
            <ac:spMk id="7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2:48.610" v="397" actId="21"/>
          <ac:spMkLst>
            <pc:docMk/>
            <pc:sldMk cId="0" sldId="268"/>
            <ac:spMk id="8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2:35.097" v="395" actId="21"/>
          <ac:spMkLst>
            <pc:docMk/>
            <pc:sldMk cId="0" sldId="268"/>
            <ac:spMk id="9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8:54:40.046" v="410" actId="14100"/>
          <ac:spMkLst>
            <pc:docMk/>
            <pc:sldMk cId="0" sldId="268"/>
            <ac:spMk id="10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2:10.520" v="389" actId="21"/>
          <ac:spMkLst>
            <pc:docMk/>
            <pc:sldMk cId="0" sldId="268"/>
            <ac:spMk id="11" creationId="{00000000-0000-0000-0000-000000000000}"/>
          </ac:spMkLst>
        </pc:spChg>
        <pc:spChg chg="add mod">
          <ac:chgData name="Sravanthi Eraganeni" userId="b2235d6e4b163f0a" providerId="LiveId" clId="{226DF6AE-08BF-44B0-B2F6-0F64D3EBC02C}" dt="2026-09-07T18:55:56.752" v="419" actId="1076"/>
          <ac:spMkLst>
            <pc:docMk/>
            <pc:sldMk cId="0" sldId="268"/>
            <ac:spMk id="15" creationId="{7B50156E-3200-8D4E-37C6-039C84CF2696}"/>
          </ac:spMkLst>
        </pc:spChg>
        <pc:picChg chg="mod">
          <ac:chgData name="Sravanthi Eraganeni" userId="b2235d6e4b163f0a" providerId="LiveId" clId="{226DF6AE-08BF-44B0-B2F6-0F64D3EBC02C}" dt="2026-09-07T18:57:57.215" v="420" actId="1076"/>
          <ac:picMkLst>
            <pc:docMk/>
            <pc:sldMk cId="0" sldId="268"/>
            <ac:picMk id="12" creationId="{00000000-0000-0000-0000-000000000000}"/>
          </ac:picMkLst>
        </pc:picChg>
      </pc:sldChg>
      <pc:sldChg chg="addSp delSp modSp mod">
        <pc:chgData name="Sravanthi Eraganeni" userId="b2235d6e4b163f0a" providerId="LiveId" clId="{226DF6AE-08BF-44B0-B2F6-0F64D3EBC02C}" dt="2026-09-07T19:06:01.211" v="521" actId="1076"/>
        <pc:sldMkLst>
          <pc:docMk/>
          <pc:sldMk cId="0" sldId="269"/>
        </pc:sldMkLst>
        <pc:spChg chg="del">
          <ac:chgData name="Sravanthi Eraganeni" userId="b2235d6e4b163f0a" providerId="LiveId" clId="{226DF6AE-08BF-44B0-B2F6-0F64D3EBC02C}" dt="2026-09-07T18:58:42.414" v="424" actId="21"/>
          <ac:spMkLst>
            <pc:docMk/>
            <pc:sldMk cId="0" sldId="269"/>
            <ac:spMk id="5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8:54.438" v="427" actId="21"/>
          <ac:spMkLst>
            <pc:docMk/>
            <pc:sldMk cId="0" sldId="269"/>
            <ac:spMk id="6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8:45.557" v="425" actId="21"/>
          <ac:spMkLst>
            <pc:docMk/>
            <pc:sldMk cId="0" sldId="269"/>
            <ac:spMk id="7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8:58.623" v="428" actId="21"/>
          <ac:spMkLst>
            <pc:docMk/>
            <pc:sldMk cId="0" sldId="269"/>
            <ac:spMk id="8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8:49.727" v="426" actId="21"/>
          <ac:spMkLst>
            <pc:docMk/>
            <pc:sldMk cId="0" sldId="269"/>
            <ac:spMk id="9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05:15.137" v="509" actId="14100"/>
          <ac:spMkLst>
            <pc:docMk/>
            <pc:sldMk cId="0" sldId="269"/>
            <ac:spMk id="10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8:58:35.444" v="422" actId="21"/>
          <ac:spMkLst>
            <pc:docMk/>
            <pc:sldMk cId="0" sldId="269"/>
            <ac:spMk id="11" creationId="{00000000-0000-0000-0000-000000000000}"/>
          </ac:spMkLst>
        </pc:spChg>
        <pc:spChg chg="add mod">
          <ac:chgData name="Sravanthi Eraganeni" userId="b2235d6e4b163f0a" providerId="LiveId" clId="{226DF6AE-08BF-44B0-B2F6-0F64D3EBC02C}" dt="2026-09-07T19:06:01.211" v="521" actId="1076"/>
          <ac:spMkLst>
            <pc:docMk/>
            <pc:sldMk cId="0" sldId="269"/>
            <ac:spMk id="15" creationId="{C7EFAACA-40D7-68F8-6982-A7541BD9E9B2}"/>
          </ac:spMkLst>
        </pc:spChg>
        <pc:picChg chg="mod">
          <ac:chgData name="Sravanthi Eraganeni" userId="b2235d6e4b163f0a" providerId="LiveId" clId="{226DF6AE-08BF-44B0-B2F6-0F64D3EBC02C}" dt="2026-09-07T19:05:23.869" v="512" actId="1076"/>
          <ac:picMkLst>
            <pc:docMk/>
            <pc:sldMk cId="0" sldId="269"/>
            <ac:picMk id="12" creationId="{00000000-0000-0000-0000-000000000000}"/>
          </ac:picMkLst>
        </pc:picChg>
      </pc:sldChg>
      <pc:sldChg chg="addSp delSp modSp mod">
        <pc:chgData name="Sravanthi Eraganeni" userId="b2235d6e4b163f0a" providerId="LiveId" clId="{226DF6AE-08BF-44B0-B2F6-0F64D3EBC02C}" dt="2026-09-07T19:19:28.115" v="633" actId="14100"/>
        <pc:sldMkLst>
          <pc:docMk/>
          <pc:sldMk cId="0" sldId="270"/>
        </pc:sldMkLst>
        <pc:spChg chg="del">
          <ac:chgData name="Sravanthi Eraganeni" userId="b2235d6e4b163f0a" providerId="LiveId" clId="{226DF6AE-08BF-44B0-B2F6-0F64D3EBC02C}" dt="2026-09-07T19:06:49.077" v="522" actId="21"/>
          <ac:spMkLst>
            <pc:docMk/>
            <pc:sldMk cId="0" sldId="270"/>
            <ac:spMk id="4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9:06:54.698" v="523" actId="21"/>
          <ac:spMkLst>
            <pc:docMk/>
            <pc:sldMk cId="0" sldId="270"/>
            <ac:spMk id="5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9:06:59.013" v="524" actId="21"/>
          <ac:spMkLst>
            <pc:docMk/>
            <pc:sldMk cId="0" sldId="270"/>
            <ac:spMk id="6" creationId="{00000000-0000-0000-0000-000000000000}"/>
          </ac:spMkLst>
        </pc:spChg>
        <pc:spChg chg="del">
          <ac:chgData name="Sravanthi Eraganeni" userId="b2235d6e4b163f0a" providerId="LiveId" clId="{226DF6AE-08BF-44B0-B2F6-0F64D3EBC02C}" dt="2026-09-07T19:07:03.494" v="525" actId="21"/>
          <ac:spMkLst>
            <pc:docMk/>
            <pc:sldMk cId="0" sldId="270"/>
            <ac:spMk id="7" creationId="{00000000-0000-0000-0000-000000000000}"/>
          </ac:spMkLst>
        </pc:spChg>
        <pc:spChg chg="add del mod">
          <ac:chgData name="Sravanthi Eraganeni" userId="b2235d6e4b163f0a" providerId="LiveId" clId="{226DF6AE-08BF-44B0-B2F6-0F64D3EBC02C}" dt="2026-09-07T19:10:24.898" v="551" actId="14100"/>
          <ac:spMkLst>
            <pc:docMk/>
            <pc:sldMk cId="0" sldId="270"/>
            <ac:spMk id="8" creationId="{00000000-0000-0000-0000-000000000000}"/>
          </ac:spMkLst>
        </pc:spChg>
        <pc:spChg chg="add del mod">
          <ac:chgData name="Sravanthi Eraganeni" userId="b2235d6e4b163f0a" providerId="LiveId" clId="{226DF6AE-08BF-44B0-B2F6-0F64D3EBC02C}" dt="2026-09-07T19:19:04.018" v="630" actId="14100"/>
          <ac:spMkLst>
            <pc:docMk/>
            <pc:sldMk cId="0" sldId="270"/>
            <ac:spMk id="9" creationId="{00000000-0000-0000-0000-000000000000}"/>
          </ac:spMkLst>
        </pc:spChg>
        <pc:spChg chg="add del mod">
          <ac:chgData name="Sravanthi Eraganeni" userId="b2235d6e4b163f0a" providerId="LiveId" clId="{226DF6AE-08BF-44B0-B2F6-0F64D3EBC02C}" dt="2026-09-07T19:10:42.165" v="554" actId="14100"/>
          <ac:spMkLst>
            <pc:docMk/>
            <pc:sldMk cId="0" sldId="270"/>
            <ac:spMk id="10" creationId="{00000000-0000-0000-0000-000000000000}"/>
          </ac:spMkLst>
        </pc:spChg>
        <pc:spChg chg="add del mod">
          <ac:chgData name="Sravanthi Eraganeni" userId="b2235d6e4b163f0a" providerId="LiveId" clId="{226DF6AE-08BF-44B0-B2F6-0F64D3EBC02C}" dt="2026-09-07T19:10:54.739" v="557" actId="14100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1:43.309" v="562" actId="1410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9:28.115" v="633" actId="1410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3:14.958" v="574" actId="113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3:30.342" v="577" actId="2711"/>
          <ac:spMkLst>
            <pc:docMk/>
            <pc:sldMk cId="0" sldId="270"/>
            <ac:spMk id="15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4:42.876" v="589" actId="107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6:40.590" v="606" actId="14100"/>
          <ac:spMkLst>
            <pc:docMk/>
            <pc:sldMk cId="0" sldId="270"/>
            <ac:spMk id="17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5:39.938" v="598" actId="113"/>
          <ac:spMkLst>
            <pc:docMk/>
            <pc:sldMk cId="0" sldId="270"/>
            <ac:spMk id="18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5:55.952" v="601" actId="2711"/>
          <ac:spMkLst>
            <pc:docMk/>
            <pc:sldMk cId="0" sldId="270"/>
            <ac:spMk id="19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6:19.360" v="603" actId="14100"/>
          <ac:spMkLst>
            <pc:docMk/>
            <pc:sldMk cId="0" sldId="270"/>
            <ac:spMk id="20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8:51.670" v="628" actId="1410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7:37.629" v="615" actId="113"/>
          <ac:spMkLst>
            <pc:docMk/>
            <pc:sldMk cId="0" sldId="270"/>
            <ac:spMk id="22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17:52.621" v="618" actId="2711"/>
          <ac:spMkLst>
            <pc:docMk/>
            <pc:sldMk cId="0" sldId="270"/>
            <ac:spMk id="23" creationId="{00000000-0000-0000-0000-000000000000}"/>
          </ac:spMkLst>
        </pc:spChg>
        <pc:spChg chg="add mod">
          <ac:chgData name="Sravanthi Eraganeni" userId="b2235d6e4b163f0a" providerId="LiveId" clId="{226DF6AE-08BF-44B0-B2F6-0F64D3EBC02C}" dt="2026-09-07T19:18:37.901" v="626" actId="1076"/>
          <ac:spMkLst>
            <pc:docMk/>
            <pc:sldMk cId="0" sldId="270"/>
            <ac:spMk id="26" creationId="{EFBADF87-89EF-26F4-D4E6-1884FDCA65A3}"/>
          </ac:spMkLst>
        </pc:spChg>
      </pc:sldChg>
      <pc:sldChg chg="modSp add del mod">
        <pc:chgData name="Sravanthi Eraganeni" userId="b2235d6e4b163f0a" providerId="LiveId" clId="{226DF6AE-08BF-44B0-B2F6-0F64D3EBC02C}" dt="2026-09-07T19:32:57.686" v="739" actId="2696"/>
        <pc:sldMkLst>
          <pc:docMk/>
          <pc:sldMk cId="0" sldId="271"/>
        </pc:sldMkLst>
        <pc:spChg chg="mod">
          <ac:chgData name="Sravanthi Eraganeni" userId="b2235d6e4b163f0a" providerId="LiveId" clId="{226DF6AE-08BF-44B0-B2F6-0F64D3EBC02C}" dt="2026-09-07T19:32:02.627" v="735" actId="255"/>
          <ac:spMkLst>
            <pc:docMk/>
            <pc:sldMk cId="0" sldId="271"/>
            <ac:spMk id="7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32:10.321" v="736" actId="255"/>
          <ac:spMkLst>
            <pc:docMk/>
            <pc:sldMk cId="0" sldId="271"/>
            <ac:spMk id="11" creationId="{00000000-0000-0000-0000-000000000000}"/>
          </ac:spMkLst>
        </pc:spChg>
      </pc:sldChg>
      <pc:sldChg chg="add del setBg">
        <pc:chgData name="Sravanthi Eraganeni" userId="b2235d6e4b163f0a" providerId="LiveId" clId="{226DF6AE-08BF-44B0-B2F6-0F64D3EBC02C}" dt="2026-09-07T19:33:03.963" v="741"/>
        <pc:sldMkLst>
          <pc:docMk/>
          <pc:sldMk cId="3910426591" sldId="271"/>
        </pc:sldMkLst>
      </pc:sldChg>
      <pc:sldChg chg="addSp modSp mod">
        <pc:chgData name="Sravanthi Eraganeni" userId="b2235d6e4b163f0a" providerId="LiveId" clId="{226DF6AE-08BF-44B0-B2F6-0F64D3EBC02C}" dt="2026-09-07T19:33:57.891" v="756" actId="20577"/>
        <pc:sldMkLst>
          <pc:docMk/>
          <pc:sldMk cId="0" sldId="272"/>
        </pc:sldMkLst>
        <pc:spChg chg="mod">
          <ac:chgData name="Sravanthi Eraganeni" userId="b2235d6e4b163f0a" providerId="LiveId" clId="{226DF6AE-08BF-44B0-B2F6-0F64D3EBC02C}" dt="2026-09-07T19:20:14.913" v="637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33:57.891" v="756" actId="20577"/>
          <ac:spMkLst>
            <pc:docMk/>
            <pc:sldMk cId="0" sldId="272"/>
            <ac:spMk id="4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25:53.770" v="690" actId="114"/>
          <ac:spMkLst>
            <pc:docMk/>
            <pc:sldMk cId="0" sldId="272"/>
            <ac:spMk id="5" creationId="{00000000-0000-0000-0000-000000000000}"/>
          </ac:spMkLst>
        </pc:spChg>
        <pc:spChg chg="mod">
          <ac:chgData name="Sravanthi Eraganeni" userId="b2235d6e4b163f0a" providerId="LiveId" clId="{226DF6AE-08BF-44B0-B2F6-0F64D3EBC02C}" dt="2026-09-07T19:21:29.955" v="652" actId="14100"/>
          <ac:spMkLst>
            <pc:docMk/>
            <pc:sldMk cId="0" sldId="272"/>
            <ac:spMk id="6" creationId="{00000000-0000-0000-0000-000000000000}"/>
          </ac:spMkLst>
        </pc:spChg>
        <pc:spChg chg="add mod">
          <ac:chgData name="Sravanthi Eraganeni" userId="b2235d6e4b163f0a" providerId="LiveId" clId="{226DF6AE-08BF-44B0-B2F6-0F64D3EBC02C}" dt="2026-09-07T19:22:08.673" v="654" actId="767"/>
          <ac:spMkLst>
            <pc:docMk/>
            <pc:sldMk cId="0" sldId="272"/>
            <ac:spMk id="8" creationId="{DFB1C65D-E0ED-9E4C-6E34-FB8B25CE09CE}"/>
          </ac:spMkLst>
        </pc:spChg>
      </pc:sldChg>
      <pc:sldChg chg="addSp modSp add mod">
        <pc:chgData name="Sravanthi Eraganeni" userId="b2235d6e4b163f0a" providerId="LiveId" clId="{226DF6AE-08BF-44B0-B2F6-0F64D3EBC02C}" dt="2026-09-07T19:34:21.768" v="761" actId="20577"/>
        <pc:sldMkLst>
          <pc:docMk/>
          <pc:sldMk cId="1898148988" sldId="274"/>
        </pc:sldMkLst>
        <pc:spChg chg="mod">
          <ac:chgData name="Sravanthi Eraganeni" userId="b2235d6e4b163f0a" providerId="LiveId" clId="{226DF6AE-08BF-44B0-B2F6-0F64D3EBC02C}" dt="2026-09-07T19:30:37.795" v="724" actId="1076"/>
          <ac:spMkLst>
            <pc:docMk/>
            <pc:sldMk cId="1898148988" sldId="274"/>
            <ac:spMk id="2" creationId="{85620460-86E3-1A83-EA32-7AFAAFD22DF9}"/>
          </ac:spMkLst>
        </pc:spChg>
        <pc:spChg chg="mod">
          <ac:chgData name="Sravanthi Eraganeni" userId="b2235d6e4b163f0a" providerId="LiveId" clId="{226DF6AE-08BF-44B0-B2F6-0F64D3EBC02C}" dt="2026-09-07T19:34:21.768" v="761" actId="20577"/>
          <ac:spMkLst>
            <pc:docMk/>
            <pc:sldMk cId="1898148988" sldId="274"/>
            <ac:spMk id="4" creationId="{E5F8C988-E702-BE7C-5D26-A48B85DDED7D}"/>
          </ac:spMkLst>
        </pc:spChg>
        <pc:spChg chg="mod">
          <ac:chgData name="Sravanthi Eraganeni" userId="b2235d6e4b163f0a" providerId="LiveId" clId="{226DF6AE-08BF-44B0-B2F6-0F64D3EBC02C}" dt="2026-09-07T19:30:42.617" v="725" actId="14100"/>
          <ac:spMkLst>
            <pc:docMk/>
            <pc:sldMk cId="1898148988" sldId="274"/>
            <ac:spMk id="5" creationId="{A8E42CF3-F4AA-C574-E6A3-3DFE724C63D4}"/>
          </ac:spMkLst>
        </pc:spChg>
        <pc:spChg chg="mod">
          <ac:chgData name="Sravanthi Eraganeni" userId="b2235d6e4b163f0a" providerId="LiveId" clId="{226DF6AE-08BF-44B0-B2F6-0F64D3EBC02C}" dt="2026-09-07T19:29:34.974" v="717" actId="113"/>
          <ac:spMkLst>
            <pc:docMk/>
            <pc:sldMk cId="1898148988" sldId="274"/>
            <ac:spMk id="6" creationId="{16EE33E5-C1E8-547C-57C5-75B0D11DDBA0}"/>
          </ac:spMkLst>
        </pc:spChg>
        <pc:spChg chg="add mod">
          <ac:chgData name="Sravanthi Eraganeni" userId="b2235d6e4b163f0a" providerId="LiveId" clId="{226DF6AE-08BF-44B0-B2F6-0F64D3EBC02C}" dt="2026-09-07T19:31:28.856" v="734" actId="1076"/>
          <ac:spMkLst>
            <pc:docMk/>
            <pc:sldMk cId="1898148988" sldId="274"/>
            <ac:spMk id="8" creationId="{34BFE989-B42E-6972-2D50-7E7D3EB84802}"/>
          </ac:spMkLst>
        </pc:spChg>
      </pc:sldChg>
      <pc:sldChg chg="new del">
        <pc:chgData name="Sravanthi Eraganeni" userId="b2235d6e4b163f0a" providerId="LiveId" clId="{226DF6AE-08BF-44B0-B2F6-0F64D3EBC02C}" dt="2026-09-07T19:27:30.823" v="692" actId="680"/>
        <pc:sldMkLst>
          <pc:docMk/>
          <pc:sldMk cId="3644839012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11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5638-62DA-A43F-FA32-510305E9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F7CE0-D9A3-ACED-284C-E680F507F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97FE9-9D9B-11A0-B8A1-F339486E7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6E0F6-D108-814C-19ED-5976C4F8A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10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6829" y="-207819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0332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RETAIL BANKING TRANSACTION ANALYSIS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4400" y="4438996"/>
            <a:ext cx="10362895" cy="635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From Banking Data to Business Decisions</a:t>
            </a:r>
          </a:p>
          <a:p>
            <a:pPr algn="ctr"/>
            <a:r>
              <a:rPr lang="en-IN" sz="1400" dirty="0"/>
              <a:t>MySQL | SQL Analytics | Business Intelligence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735074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19072"/>
            <a:ext cx="73152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76479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B.Tech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in Computer Science &amp; Engineering – Data Science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" y="2813028"/>
            <a:ext cx="11064240" cy="739832"/>
          </a:xfrm>
          <a:prstGeom prst="roundRect">
            <a:avLst>
              <a:gd name="adj" fmla="val 375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93908"/>
            <a:ext cx="73152" cy="7589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69464"/>
            <a:ext cx="237744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Data Science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569464"/>
            <a:ext cx="804672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Interested in using data to identify patterns, solve business problems, and turn analysis into actionable insights.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" y="3899916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3899916"/>
            <a:ext cx="73152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5935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Experience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94148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Fresher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4905756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887052"/>
            <a:ext cx="73152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017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50017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https://www.linkedin.com/in/saikumar-reddy-eraganeni-80101b297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" y="5650992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632288"/>
            <a:ext cx="73152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7150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571500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https://github.com/esaikumar248-hub</a:t>
            </a:r>
            <a:endParaRPr lang="en-US" sz="1200" dirty="0"/>
          </a:p>
        </p:txBody>
      </p:sp>
      <p:pic>
        <p:nvPicPr>
          <p:cNvPr id="2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67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Scenario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70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73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Database Overview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7647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76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&amp; Database 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76479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764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the Objectives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226771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267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Key Findings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277063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70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3273552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273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pic>
        <p:nvPicPr>
          <p:cNvPr id="31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1099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This project analyses retail banking data to understand customer behaviour, account activity, transaction patterns, loan performance, and card engagement — translating SQL analysis into actionable business insights.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6301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business &amp; data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19709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MySQL database from the ER diagram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791456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91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76402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&amp; analyze data with SQL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358384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358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3309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results into business insight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0" y="16002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783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751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16002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1783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811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32461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67512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81160" y="32461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429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$35.9M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28116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 Value</a:t>
            </a:r>
            <a:endParaRPr lang="en-US" sz="1200" dirty="0"/>
          </a:p>
        </p:txBody>
      </p:sp>
      <p:pic>
        <p:nvPicPr>
          <p:cNvPr id="29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44168"/>
            <a:ext cx="10789920" cy="96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Meridian Retail Bank manages a diverse customer base across multiple branches, accounts, cards, and loan products. The objective is to identify growth opportunities, operational gaps, and areas of financial risk using transaction-level data.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3123" y="2706831"/>
            <a:ext cx="3610494" cy="1429790"/>
          </a:xfrm>
          <a:prstGeom prst="roundRect">
            <a:avLst>
              <a:gd name="adj" fmla="val 258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8458" y="2825289"/>
            <a:ext cx="2297084" cy="34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Network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18458" y="3334858"/>
            <a:ext cx="2593570" cy="635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40 branches serving 500 customers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64629" y="2706831"/>
            <a:ext cx="3715789" cy="1429789"/>
          </a:xfrm>
          <a:prstGeom prst="roundRect">
            <a:avLst>
              <a:gd name="adj" fmla="val 258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2252" y="2786216"/>
            <a:ext cx="2890061" cy="423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Growing Activity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2253" y="3169019"/>
            <a:ext cx="3016135" cy="763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Transaction volume increased from 1,279 in 2022 to 1,933 in 2024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93123" y="4393067"/>
            <a:ext cx="3610494" cy="1490680"/>
          </a:xfrm>
          <a:prstGeom prst="roundRect">
            <a:avLst>
              <a:gd name="adj" fmla="val 258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18458" y="4487836"/>
            <a:ext cx="2593569" cy="306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Transaction Reliability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18457" y="4979324"/>
            <a:ext cx="3036223" cy="534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Only 33.76% of transactions are completed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CE3C0DC-387A-7B0B-DC51-1937A13976D6}"/>
              </a:ext>
            </a:extLst>
          </p:cNvPr>
          <p:cNvSpPr/>
          <p:nvPr/>
        </p:nvSpPr>
        <p:spPr>
          <a:xfrm>
            <a:off x="5864628" y="4393067"/>
            <a:ext cx="3715790" cy="1490680"/>
          </a:xfrm>
          <a:prstGeom prst="roundRect">
            <a:avLst>
              <a:gd name="adj" fmla="val 258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F70FF0-3103-0442-3E56-152B0376F55B}"/>
              </a:ext>
            </a:extLst>
          </p:cNvPr>
          <p:cNvSpPr txBox="1"/>
          <p:nvPr/>
        </p:nvSpPr>
        <p:spPr>
          <a:xfrm>
            <a:off x="6345380" y="4487836"/>
            <a:ext cx="2599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Portfolio Risk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EE2A29-D879-98AB-A83F-9BF36C9EF5FC}"/>
              </a:ext>
            </a:extLst>
          </p:cNvPr>
          <p:cNvSpPr txBox="1"/>
          <p:nvPr/>
        </p:nvSpPr>
        <p:spPr>
          <a:xfrm>
            <a:off x="6262253" y="4979324"/>
            <a:ext cx="2806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Significant loan exposure exists in arrears/default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73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Customer Profile &amp; Segmentation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00200" y="2011680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/>
              <a:t>Who are our customers, and how do their profiles differ?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87752"/>
            <a:ext cx="82296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87752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6609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Account Usage &amp; Branch Activity</a:t>
            </a:r>
          </a:p>
        </p:txBody>
      </p:sp>
      <p:sp>
        <p:nvSpPr>
          <p:cNvPr id="13" name="Text 11"/>
          <p:cNvSpPr/>
          <p:nvPr/>
        </p:nvSpPr>
        <p:spPr>
          <a:xfrm>
            <a:off x="1600200" y="2999232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Which account types and branches drive the most value?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75304"/>
            <a:ext cx="82296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75304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6484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Transaction Patterns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00200" y="3986784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How, when, and through which channels are transactions occurring?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62856"/>
            <a:ext cx="82296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62856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636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Loan Performance &amp; Repayment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00200" y="4974336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Where is repayment risk concentrated?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11064240" cy="841248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550408"/>
            <a:ext cx="822960" cy="8412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5504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5623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Card Usage &amp; Product Engagement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00200" y="5961888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Are customers actively using the bank's products?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Database Overview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187002"/>
              </p:ext>
            </p:extLst>
          </p:nvPr>
        </p:nvGraphicFramePr>
        <p:xfrm>
          <a:off x="548640" y="1600199"/>
          <a:ext cx="7315200" cy="398595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Columns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customer_id (PK), segment, kyc_status, credit_score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account_id (PK), customer_id/branch_id (FK), account_type,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branch_id (PK), region, employee_count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transaction_id (PK), account_id (FK), transaction_type, channel,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loan_id (PK), customer_id/branch_id (FK), loan_type, loan_status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loan_payments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payment_id (PK), loan_id (FK), status, days_late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card_id (PK), account_id (FK), card_type, network, is_active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65259" y="2647603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Data Validation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65259" y="3179618"/>
            <a:ext cx="315468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7 relational tables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Primary &amp; foreign keys validated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Missing-value checks completed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Duplicate checks completed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Referential integrity verified 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Data loaded successfully into MySQL</a:t>
            </a:r>
          </a:p>
        </p:txBody>
      </p:sp>
      <p:pic>
        <p:nvPicPr>
          <p:cNvPr id="1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&amp; Database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01168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customer_id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828800"/>
            <a:ext cx="201168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account_id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8288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828800"/>
            <a:ext cx="210312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8288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transaction_id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10515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1051560"/>
            <a:ext cx="192024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10515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branch_id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78240" y="28803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80360"/>
            <a:ext cx="1920240" cy="3108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0" y="28803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card_id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2286000"/>
            <a:ext cx="6400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286000"/>
            <a:ext cx="6400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46720" y="2103120"/>
            <a:ext cx="73152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46720" y="2468880"/>
            <a:ext cx="731520" cy="77724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69748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many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4924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many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10241280" cy="594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database connects customers with their accounts, transactions, cards, branches, loans, and loan payments through primary and foreign-key relationships.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0080" y="48401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Customer → Account → Transaction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85CE58-63E5-02BF-7780-1C611DA6BE4D}"/>
              </a:ext>
            </a:extLst>
          </p:cNvPr>
          <p:cNvSpPr txBox="1"/>
          <p:nvPr/>
        </p:nvSpPr>
        <p:spPr>
          <a:xfrm>
            <a:off x="6035040" y="4892040"/>
            <a:ext cx="4663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Customer → Loan → Payment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DEEP DIVE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52143"/>
            <a:ext cx="10058400" cy="73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FROM DATA TO DECISIONS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29046"/>
            <a:ext cx="10058400" cy="3915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Who are our customers?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Accounts &amp; Branches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Where is value concentrated?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How is money moving?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Loans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Where is repayment risk?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Are products being utilized?</a:t>
            </a:r>
          </a:p>
        </p:txBody>
      </p:sp>
      <p:pic>
        <p:nvPicPr>
          <p:cNvPr id="7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103120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· 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Customer Profile &amp; Segmentation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bank's customers, and how do segments differ?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704109"/>
            <a:ext cx="4800600" cy="28429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Balanced Customer Mix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No single segment dominates the customer base.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Similar Financial Profiles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Average income and credit scores remain relatively close across segments.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KYC Gap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Only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28.6%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of customers are fully verified, while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21%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have failed KYC.</a:t>
            </a:r>
          </a:p>
        </p:txBody>
      </p:sp>
      <p:pic>
        <p:nvPicPr>
          <p:cNvPr id="12" name="Image 0" descr="assets/sql/q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189" y="2334214"/>
            <a:ext cx="5318760" cy="2379103"/>
          </a:xfrm>
          <a:prstGeom prst="rect">
            <a:avLst/>
          </a:prstGeom>
        </p:spPr>
      </p:pic>
      <p:pic>
        <p:nvPicPr>
          <p:cNvPr id="13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73216-CDB4-F3AA-15EC-7D4415BE95BB}"/>
              </a:ext>
            </a:extLst>
          </p:cNvPr>
          <p:cNvSpPr txBox="1"/>
          <p:nvPr/>
        </p:nvSpPr>
        <p:spPr>
          <a:xfrm>
            <a:off x="777241" y="5153891"/>
            <a:ext cx="10695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Customer segments alone do not strongly differentiate financial profile; KYC status presents a more visible data-quality and compliance concern.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· ACCOUNT &amp; BRANCH ACTIVITY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Account Usage &amp; Branch 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accounts used, and how does activity vary by branch?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704109"/>
            <a:ext cx="4800600" cy="30258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ACCOUNT VOLUME DOES NOT EQUAL ACCOUNT VALUE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South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242 accounts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Highest account volume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West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$16,447 average balance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Highest average value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Account Behaviour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CDs &amp; IRAs hold substantially higher average balances than Checking &amp; Savings.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0" descr="assets/sql/q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2" y="1964493"/>
            <a:ext cx="4998718" cy="2505064"/>
          </a:xfrm>
          <a:prstGeom prst="rect">
            <a:avLst/>
          </a:prstGeom>
        </p:spPr>
      </p:pic>
      <p:pic>
        <p:nvPicPr>
          <p:cNvPr id="13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C74F1-F67B-307C-1F81-39F6A4448A34}"/>
              </a:ext>
            </a:extLst>
          </p:cNvPr>
          <p:cNvSpPr txBox="1"/>
          <p:nvPr/>
        </p:nvSpPr>
        <p:spPr>
          <a:xfrm>
            <a:off x="777240" y="5461462"/>
            <a:ext cx="10774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Branch performance should be evaluated using both account volume and balance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· TRANSACTION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Transaction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money moving through the bank, and how consistently?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704109"/>
            <a:ext cx="5318760" cy="2884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TRANSACTION ACTIVITY IS GROWING — BUT RELIABILITY IS LOW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Transaction volume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2022 → 2024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+51%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Channel Leader</a:t>
            </a:r>
          </a:p>
          <a:p>
            <a:pPr lvl="1"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Online — 1,470 transactions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Transaction Status</a:t>
            </a:r>
          </a:p>
          <a:p>
            <a:pPr lvl="1"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Completed — 33.76%</a:t>
            </a:r>
          </a:p>
          <a:p>
            <a:pPr lvl="1"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Pending — 33.68%</a:t>
            </a:r>
          </a:p>
          <a:p>
            <a:pPr lvl="1"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Failed — 32.56%</a:t>
            </a:r>
          </a:p>
        </p:txBody>
      </p:sp>
      <p:pic>
        <p:nvPicPr>
          <p:cNvPr id="12" name="Image 0" descr="assets/sql/q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935" y="2387988"/>
            <a:ext cx="4726866" cy="2082023"/>
          </a:xfrm>
          <a:prstGeom prst="rect">
            <a:avLst/>
          </a:prstGeom>
        </p:spPr>
      </p:pic>
      <p:pic>
        <p:nvPicPr>
          <p:cNvPr id="13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AD8042-7FA1-4792-78E6-2434C102A704}"/>
              </a:ext>
            </a:extLst>
          </p:cNvPr>
          <p:cNvSpPr txBox="1"/>
          <p:nvPr/>
        </p:nvSpPr>
        <p:spPr>
          <a:xfrm>
            <a:off x="777240" y="5027188"/>
            <a:ext cx="10789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Transaction growth is not translating into reliable execution, making failure and pending transactions the primary operational issue to investigate.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· LOAN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Loan Performance &amp; Repayment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loan customers repaying as expected?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572768"/>
            <a:ext cx="4800600" cy="3140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LOAN RISK IS NOT FULLY EXPLAINED BY CREDIT SCORE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Portfolio Status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Defaulted — 86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In Arrears — 83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Together: 56%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Default Concentration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Business — 34.6%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Auto — 31.3%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&lt; $50K → 40.7% default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$150K+ → 28.1% default</a:t>
            </a:r>
          </a:p>
        </p:txBody>
      </p:sp>
      <p:pic>
        <p:nvPicPr>
          <p:cNvPr id="12" name="Image 0" descr="assets/sql/q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35" y="2237786"/>
            <a:ext cx="5303520" cy="2382428"/>
          </a:xfrm>
          <a:prstGeom prst="rect">
            <a:avLst/>
          </a:prstGeom>
        </p:spPr>
      </p:pic>
      <p:pic>
        <p:nvPicPr>
          <p:cNvPr id="13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50156E-3200-8D4E-37C6-039C84CF2696}"/>
              </a:ext>
            </a:extLst>
          </p:cNvPr>
          <p:cNvSpPr txBox="1"/>
          <p:nvPr/>
        </p:nvSpPr>
        <p:spPr>
          <a:xfrm>
            <a:off x="548640" y="5131343"/>
            <a:ext cx="10299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Credit score alone shows almost no relationship with default behaviour in this dataset (r ≈ 0.01).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· CARD 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Card Usage &amp; Product Engagement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customers use cards, and how does that connect to their broader relationship with the bank?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654233"/>
            <a:ext cx="4800600" cy="2302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CARD OWNERSHIP IS HIGH — CARD ACTIVITY IS NOT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Cards issued -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600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Active cards -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Active rate -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6.2%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Inactive -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93.8%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b="1" dirty="0"/>
              <a:t>CROSS-SELL OPPORTUNITY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124 customers</a:t>
            </a:r>
          </a:p>
          <a:p>
            <a:pPr>
              <a:lnSpc>
                <a:spcPct val="150000"/>
              </a:lnSpc>
            </a:pP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0" descr="assets/sql/q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027" y="1828800"/>
            <a:ext cx="4937453" cy="2223037"/>
          </a:xfrm>
          <a:prstGeom prst="rect">
            <a:avLst/>
          </a:prstGeom>
        </p:spPr>
      </p:pic>
      <p:pic>
        <p:nvPicPr>
          <p:cNvPr id="13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EFAACA-40D7-68F8-6982-A7541BD9E9B2}"/>
              </a:ext>
            </a:extLst>
          </p:cNvPr>
          <p:cNvSpPr txBox="1"/>
          <p:nvPr/>
        </p:nvSpPr>
        <p:spPr>
          <a:xfrm>
            <a:off x="548640" y="4788130"/>
            <a:ext cx="10425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The bank has established product ownership, but significant value remains untapped through card activation and deeper customer engagement.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Key Findings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316736"/>
            <a:ext cx="11064240" cy="754380"/>
          </a:xfrm>
          <a:prstGeom prst="roundRect">
            <a:avLst>
              <a:gd name="adj" fmla="val 65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5389" y="1319022"/>
            <a:ext cx="63731" cy="73837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399032"/>
            <a:ext cx="3291840" cy="537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Reliability Gap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51960" y="1399032"/>
            <a:ext cx="7178040" cy="537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66.24% of transactions are pending or failed.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290572"/>
            <a:ext cx="11064240" cy="754380"/>
          </a:xfrm>
          <a:prstGeom prst="roundRect">
            <a:avLst>
              <a:gd name="adj" fmla="val 65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290572"/>
            <a:ext cx="45719" cy="73837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388869"/>
            <a:ext cx="3291840" cy="461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Lending Risk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51960" y="2388869"/>
            <a:ext cx="7223760" cy="461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56% of loans are defaulted or in arrears.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8827" y="3278124"/>
            <a:ext cx="11064240" cy="749808"/>
          </a:xfrm>
          <a:prstGeom prst="roundRect">
            <a:avLst>
              <a:gd name="adj" fmla="val 65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8534" y="3259836"/>
            <a:ext cx="73153" cy="7498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410711"/>
            <a:ext cx="3291840" cy="4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Engagement Gap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51960" y="3445625"/>
            <a:ext cx="7223760" cy="4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93.8% of cards are inactive.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1687" y="4219956"/>
            <a:ext cx="11064240" cy="749808"/>
          </a:xfrm>
          <a:prstGeom prst="roundRect">
            <a:avLst>
              <a:gd name="adj" fmla="val 6522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6" y="4219956"/>
            <a:ext cx="73153" cy="7498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372494"/>
            <a:ext cx="3291840" cy="444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Cross-Sell Opportunity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51960" y="4372494"/>
            <a:ext cx="7223760" cy="444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124 customers already use all three product categories.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0"/>
            <a:ext cx="1371600" cy="28346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BADF87-89EF-26F4-D4E6-1884FDCA65A3}"/>
              </a:ext>
            </a:extLst>
          </p:cNvPr>
          <p:cNvSpPr txBox="1"/>
          <p:nvPr/>
        </p:nvSpPr>
        <p:spPr>
          <a:xfrm>
            <a:off x="569699" y="5413248"/>
            <a:ext cx="10025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The biggest opportunity is improving engagement and reliability within the existing customer base.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10312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96112"/>
            <a:ext cx="7315200" cy="226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 . Action</a:t>
            </a:r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8728364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ACTION → BUSINESS IMPACT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01 | Improve Transaction Reliability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Analyse pending/failed transactions by channel, type and time.</a:t>
            </a:r>
          </a:p>
          <a:p>
            <a:pPr>
              <a:lnSpc>
                <a:spcPct val="150000"/>
              </a:lnSpc>
            </a:pPr>
            <a:r>
              <a:rPr lang="en-IN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Reduce processing failures and customer friction.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02 | Strengthen Loan Risk Assessment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Combine repayment behaviour with existing credit indicators.</a:t>
            </a:r>
          </a:p>
          <a:p>
            <a:pPr>
              <a:lnSpc>
                <a:spcPct val="150000"/>
              </a:lnSpc>
            </a:pPr>
            <a:r>
              <a:rPr lang="en-IN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Improve early identification of repayment risk.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03 | Activate Dormant Cards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Target inactive cardholders with focused activation campaigns.</a:t>
            </a:r>
          </a:p>
          <a:p>
            <a:pPr>
              <a:lnSpc>
                <a:spcPct val="150000"/>
              </a:lnSpc>
            </a:pPr>
            <a:r>
              <a:rPr lang="en-IN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Increase card utilization and engagement.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04 | Focus Collections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Prioritize Business and Auto loan segments and investigate smaller-loan default patterns.</a:t>
            </a:r>
          </a:p>
          <a:p>
            <a:pPr>
              <a:lnSpc>
                <a:spcPct val="150000"/>
              </a:lnSpc>
            </a:pPr>
            <a:r>
              <a:rPr lang="en-IN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Reduce potential credit losses.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05 | Expand Cross-Sell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Identify customers similar to the existing 124 multi-product customers.</a:t>
            </a:r>
          </a:p>
          <a:p>
            <a:pPr>
              <a:lnSpc>
                <a:spcPct val="150000"/>
              </a:lnSpc>
            </a:pPr>
            <a:r>
              <a:rPr lang="en-IN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Increase product penetration.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1152144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1BD8C-4215-0627-8078-728DF94D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620460-86E3-1A83-EA32-7AFAAFD22DF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Image 0" descr="assets/logo.png">
            <a:extLst>
              <a:ext uri="{FF2B5EF4-FFF2-40B4-BE49-F238E27FC236}">
                <a16:creationId xmlns:a16="http://schemas.microsoft.com/office/drawing/2014/main" id="{4A9AA549-B534-5A08-9221-DB52EC3D5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103120" cy="43891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5F8C988-E702-BE7C-5D26-A48B85DDED7D}"/>
              </a:ext>
            </a:extLst>
          </p:cNvPr>
          <p:cNvSpPr/>
          <p:nvPr/>
        </p:nvSpPr>
        <p:spPr>
          <a:xfrm>
            <a:off x="548640" y="896112"/>
            <a:ext cx="7315200" cy="226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</a:t>
            </a:r>
            <a:r>
              <a:rPr lang="en-IN" sz="1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8E42CF3-F4AA-C574-E6A3-3DFE724C63D4}"/>
              </a:ext>
            </a:extLst>
          </p:cNvPr>
          <p:cNvSpPr/>
          <p:nvPr/>
        </p:nvSpPr>
        <p:spPr>
          <a:xfrm>
            <a:off x="548640" y="1767286"/>
            <a:ext cx="8728364" cy="3353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KEY TAKEAWAY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Growing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Transaction activity increased 51%.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Unreliable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Only 33.76% of transactions completed successfully.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Risk Exposure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56% of loans are in default or arrears.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Underutilized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93.8% of cards are inactive.</a:t>
            </a:r>
          </a:p>
          <a:p>
            <a:pPr>
              <a:lnSpc>
                <a:spcPct val="150000"/>
              </a:lnSpc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124 customers already use all three product categories.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6EE33E5-C1E8-547C-57C5-75B0D11DDBA0}"/>
              </a:ext>
            </a:extLst>
          </p:cNvPr>
          <p:cNvSpPr/>
          <p:nvPr/>
        </p:nvSpPr>
        <p:spPr>
          <a:xfrm>
            <a:off x="548640" y="1152144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093669-3D60-88F7-0EC0-0B14C788D621}"/>
              </a:ext>
            </a:extLst>
          </p:cNvPr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FE989-B42E-6972-2D50-7E7D3EB84802}"/>
              </a:ext>
            </a:extLst>
          </p:cNvPr>
          <p:cNvSpPr txBox="1"/>
          <p:nvPr/>
        </p:nvSpPr>
        <p:spPr>
          <a:xfrm>
            <a:off x="482139" y="5204490"/>
            <a:ext cx="942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The opportunity is not simply to acquire more customers — it is to improve reliability, manage risk, and deepen engagement across the existing customer base.</a:t>
            </a:r>
          </a:p>
        </p:txBody>
      </p:sp>
    </p:spTree>
    <p:extLst>
      <p:ext uri="{BB962C8B-B14F-4D97-AF65-F5344CB8AC3E}">
        <p14:creationId xmlns:p14="http://schemas.microsoft.com/office/powerpoint/2010/main" val="189814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63040"/>
            <a:ext cx="576072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pic>
        <p:nvPicPr>
          <p:cNvPr id="4" name="Image 1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55080"/>
            <a:ext cx="182880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1364</Words>
  <Application>Microsoft Office PowerPoint</Application>
  <PresentationFormat>Widescreen</PresentationFormat>
  <Paragraphs>269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Sravanthi Eraganeni</cp:lastModifiedBy>
  <cp:revision>2</cp:revision>
  <dcterms:created xsi:type="dcterms:W3CDTF">2026-08-19T06:48:24Z</dcterms:created>
  <dcterms:modified xsi:type="dcterms:W3CDTF">2026-09-08T05:32:46Z</dcterms:modified>
</cp:coreProperties>
</file>